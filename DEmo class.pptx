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6B51-FFF3-4123-F353-6EA8B76A6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414C1-E69D-A116-17A9-6B2F0CC25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8FCA9-9B16-6503-D2BA-53EB8C97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EADB4-F8D5-EB08-4AE9-776DDB31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D7BD4-4B9C-2892-9048-6E41EE16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7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F0F0-7E86-9A49-56DA-31152E03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2CEF2-081E-9E51-D183-0D6EF60E1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C7FCE-46A4-2323-91AE-14D7F015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345B9-EADF-4CBB-6BEB-F13C084F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D9C1-88A2-3774-1583-41A244AD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33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7D95-6513-5A1C-4CC8-870E0DD4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A6384-7BA4-9898-F7DA-7EA7900C3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29EE4-649E-F66B-E3A9-F80C2540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E3099-4263-5E63-1D8F-41F59B7F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71A19-41DC-7CB8-8367-B0A93178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42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3735-1E34-D103-B472-CC5AAD32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E779E-35C1-6DF3-E3B6-5BA1A4E57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BCFC3-B4C3-2792-33CC-D1E37FF09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3135F-48DC-026D-456A-51316F07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6ADF2-ABE9-96AD-ED0D-3A33A600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C95C6-2F21-CFFF-65B4-9EC0A56F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92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E36A-9CA8-84AD-F116-DA7A18AA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D12E7-EECF-C1AD-7002-4A526734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3B6E2-4C77-949D-CE85-02AEC288B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B664A-1605-C5BA-3968-A460D9C0F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3EBE0-7494-6908-53B5-AFEB41EC8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0CDBF-095A-494A-0C04-C141A691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2858E-ADC4-9AAE-E4ED-BB358FB5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0B12C-7AE9-AE56-1673-54E2412E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07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32F6-225C-88A2-4D57-24F9598E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FAA6C-5FEC-2426-3070-2A320C6B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2A674-9DC1-E5EB-B1DA-637E6DEE9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06D43-27DE-68B5-80C0-5392F6D8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55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817E2-9BD4-C95A-55D1-9DC43705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8AFC6-EBE4-9D8F-1D32-1BBC9763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41C4D-89E9-3375-81CB-B8951093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73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0AA7-A57A-5822-CCAA-F882B8F3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48E2E-779E-02A2-8473-35224869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A80CD-98A9-5BA3-BBDF-7BD810C50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C10C5-0EC4-7D16-6B6B-E5E57739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445DB-E5C3-1CF2-E137-047CE6C8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56B9F-8865-1F62-4B63-DCA7088A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60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6C69-308B-F508-0095-611AA7C2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5D7E8-3A89-F222-5C97-9A795740A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074E1-6354-758E-5C42-6F79DC04A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118D4-C68A-AC1F-E3D0-18A5C97A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91158-F7CF-0D39-FE86-C19E58AE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C15B7-B9B7-6450-5D3A-23269D56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62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F0DF-4350-9F42-CDA4-C39CEFAD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C33F7-DB51-8A9C-2B44-D68A55B26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B101D-35E3-8AA8-0455-EF12D4E9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579D-1A31-632E-E652-FEE1B33D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732F4-F336-67C0-32A5-C16BC68B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47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4F4D8-88AD-B464-C2A3-8ACF86E02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ACA40-74E4-946A-3C12-027D4EF1F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6FC1-65B6-CCCB-6450-D92F44B6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929B-61AE-B60F-B82F-63A31895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DE6B-D4CD-E809-BDC1-18AB6D88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63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B9CC3-A285-88F7-BFF6-58A30FD6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F48BB-D7E8-C1E6-295B-8CD84398E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7BA4-B3D7-FA51-8989-EE44648C8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99416-387E-4F5A-9C85-A453E5A9FA1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8B1F0-DFCA-5DD2-E2F4-9A756E223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01A74-6B0A-F5D1-3214-F739075EC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5C03E-006E-4643-92DE-DC0F36C02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5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32C6A-8775-0B01-40F2-EDF65EA8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786"/>
            <a:ext cx="12192000" cy="617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9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652089-6873-B8E7-E8B4-6AF138AD2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CEF0A3-0F56-5691-7A23-E0134C777E88}"/>
              </a:ext>
            </a:extLst>
          </p:cNvPr>
          <p:cNvSpPr txBox="1"/>
          <p:nvPr/>
        </p:nvSpPr>
        <p:spPr>
          <a:xfrm>
            <a:off x="648929" y="953729"/>
            <a:ext cx="47883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Language – Typescript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AI: Typescript/ Python</a:t>
            </a:r>
          </a:p>
          <a:p>
            <a:r>
              <a:rPr lang="en-IN" dirty="0" err="1"/>
              <a:t>Diffb</a:t>
            </a:r>
            <a:r>
              <a:rPr lang="en-IN" dirty="0"/>
              <a:t>/n Type script and Java</a:t>
            </a:r>
          </a:p>
          <a:p>
            <a:endParaRPr lang="en-IN" dirty="0"/>
          </a:p>
          <a:p>
            <a:r>
              <a:rPr lang="en-IN" dirty="0"/>
              <a:t>95% same</a:t>
            </a:r>
          </a:p>
          <a:p>
            <a:r>
              <a:rPr lang="en-IN" dirty="0"/>
              <a:t>Typescript has strict data type declaration</a:t>
            </a:r>
          </a:p>
          <a:p>
            <a:r>
              <a:rPr lang="en-IN" dirty="0"/>
              <a:t>When compiled Typescript is java</a:t>
            </a:r>
          </a:p>
          <a:p>
            <a:r>
              <a:rPr lang="en-IN" dirty="0"/>
              <a:t>Typescript is superset of java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Java is a synchronous language – waits for things to complete</a:t>
            </a:r>
          </a:p>
          <a:p>
            <a:r>
              <a:rPr lang="en-IN" dirty="0"/>
              <a:t>Java Script needs to specifically mention wait</a:t>
            </a:r>
          </a:p>
          <a:p>
            <a:endParaRPr lang="en-IN" dirty="0"/>
          </a:p>
          <a:p>
            <a:r>
              <a:rPr lang="en-IN" dirty="0"/>
              <a:t>Typescript has await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3324F-17A0-4CE1-F735-2258E9E0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239" y="277253"/>
            <a:ext cx="6754761" cy="63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7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525C30-E447-713F-EB85-E50C840A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728"/>
            <a:ext cx="12192000" cy="60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4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3BEF2-5572-0950-5753-196EA70F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1195783"/>
            <a:ext cx="12192000" cy="5921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87D27E-42A3-0E8D-9365-4642B14C8FD9}"/>
              </a:ext>
            </a:extLst>
          </p:cNvPr>
          <p:cNvSpPr txBox="1"/>
          <p:nvPr/>
        </p:nvSpPr>
        <p:spPr>
          <a:xfrm>
            <a:off x="393290" y="580103"/>
            <a:ext cx="699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Configure…it will take screenshot or video automatic</a:t>
            </a:r>
          </a:p>
        </p:txBody>
      </p:sp>
    </p:spTree>
    <p:extLst>
      <p:ext uri="{BB962C8B-B14F-4D97-AF65-F5344CB8AC3E}">
        <p14:creationId xmlns:p14="http://schemas.microsoft.com/office/powerpoint/2010/main" val="91807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F79362-C612-FFD9-1DD9-3207DD1A5416}"/>
              </a:ext>
            </a:extLst>
          </p:cNvPr>
          <p:cNvSpPr txBox="1"/>
          <p:nvPr/>
        </p:nvSpPr>
        <p:spPr>
          <a:xfrm>
            <a:off x="353961" y="609600"/>
            <a:ext cx="9645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Raise issues in JIRA automatically</a:t>
            </a:r>
          </a:p>
          <a:p>
            <a:endParaRPr lang="en-IN" dirty="0"/>
          </a:p>
          <a:p>
            <a:r>
              <a:rPr lang="en-IN" dirty="0" err="1"/>
              <a:t>Traceviewer</a:t>
            </a:r>
            <a:r>
              <a:rPr lang="en-IN" dirty="0"/>
              <a:t> can capture all API calls</a:t>
            </a:r>
          </a:p>
          <a:p>
            <a:endParaRPr lang="en-IN" dirty="0"/>
          </a:p>
          <a:p>
            <a:r>
              <a:rPr lang="en-IN" dirty="0"/>
              <a:t>Can test on multiple browser at same time</a:t>
            </a:r>
          </a:p>
        </p:txBody>
      </p:sp>
    </p:spTree>
    <p:extLst>
      <p:ext uri="{BB962C8B-B14F-4D97-AF65-F5344CB8AC3E}">
        <p14:creationId xmlns:p14="http://schemas.microsoft.com/office/powerpoint/2010/main" val="413448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A204-C79C-0D43-99C0-66C04E92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C54DD-DCDE-C66F-D7FB-635F7F5A8084}"/>
              </a:ext>
            </a:extLst>
          </p:cNvPr>
          <p:cNvSpPr txBox="1"/>
          <p:nvPr/>
        </p:nvSpPr>
        <p:spPr>
          <a:xfrm>
            <a:off x="629265" y="629265"/>
            <a:ext cx="113169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Framework feature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Should work in multiple test environment</a:t>
            </a:r>
          </a:p>
          <a:p>
            <a:pPr marL="285750" indent="-285750">
              <a:buFontTx/>
              <a:buChar char="-"/>
            </a:pPr>
            <a:r>
              <a:rPr lang="en-IN" dirty="0"/>
              <a:t>Useful reporting</a:t>
            </a:r>
          </a:p>
          <a:p>
            <a:pPr marL="285750" indent="-285750">
              <a:buFontTx/>
              <a:buChar char="-"/>
            </a:pPr>
            <a:r>
              <a:rPr lang="en-IN" dirty="0"/>
              <a:t>POM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54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4AE6A1-D8B6-46C4-AA4C-7C82F445E33D}"/>
              </a:ext>
            </a:extLst>
          </p:cNvPr>
          <p:cNvSpPr txBox="1"/>
          <p:nvPr/>
        </p:nvSpPr>
        <p:spPr>
          <a:xfrm>
            <a:off x="658761" y="1150374"/>
            <a:ext cx="2939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Code word</a:t>
            </a:r>
          </a:p>
          <a:p>
            <a:r>
              <a:rPr lang="en-IN" dirty="0"/>
              <a:t>LOCUS</a:t>
            </a:r>
          </a:p>
          <a:p>
            <a:r>
              <a:rPr lang="en-IN" dirty="0"/>
              <a:t>TRACE</a:t>
            </a:r>
          </a:p>
          <a:p>
            <a:r>
              <a:rPr lang="en-IN" dirty="0"/>
              <a:t>ASCEND</a:t>
            </a:r>
          </a:p>
        </p:txBody>
      </p:sp>
    </p:spTree>
    <p:extLst>
      <p:ext uri="{BB962C8B-B14F-4D97-AF65-F5344CB8AC3E}">
        <p14:creationId xmlns:p14="http://schemas.microsoft.com/office/powerpoint/2010/main" val="205955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Padukone</dc:creator>
  <cp:lastModifiedBy>Jagdish Padukone</cp:lastModifiedBy>
  <cp:revision>4</cp:revision>
  <dcterms:created xsi:type="dcterms:W3CDTF">2026-04-25T10:52:06Z</dcterms:created>
  <dcterms:modified xsi:type="dcterms:W3CDTF">2026-04-25T13:36:34Z</dcterms:modified>
</cp:coreProperties>
</file>