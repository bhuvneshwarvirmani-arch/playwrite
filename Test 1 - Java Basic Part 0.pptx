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2113-8B1C-17C6-7544-FD0CCEBA8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1D3CF1-5467-9018-52F6-12F4A716B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46C78-8F72-2ACC-DA23-76DE93DC5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364E-68AE-4755-9BAA-DF2D51E320C4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92BC7-19A2-3CC4-967E-819A514CE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01817-6A27-8E9F-F506-1C7C8BC0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011A-5D37-4FFE-8B60-4472FE5C5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672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47E3A-8C4F-5631-4F93-B527EB3FB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89675-4AD1-9ECB-10F3-A3A50FAAE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3A51E-6630-196A-FDD4-E0A0B8A78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364E-68AE-4755-9BAA-DF2D51E320C4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8E79B-5FDE-0ED9-969D-195046101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71953-5490-10C9-0BD7-309F6FA55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011A-5D37-4FFE-8B60-4472FE5C5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435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6E775-612C-BFD7-07DB-8DD5513C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1F98-44DD-A059-DABE-65B43914F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DBA2D-D0D9-E244-4318-92C8AAE99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364E-68AE-4755-9BAA-DF2D51E320C4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3A02D-473E-F39F-9AD0-949C4F89C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B9853-E02E-2D0F-D1C7-42F610435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011A-5D37-4FFE-8B60-4472FE5C5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552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200C-DA1C-0C1F-17F9-E316847D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09173-875B-96E9-D262-1BF32A351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59533-0EE3-037A-590B-FC061B431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B3B0-9C95-935F-4F00-FFE8415D4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364E-68AE-4755-9BAA-DF2D51E320C4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5CED3-AA50-EC68-7FB5-10CC333F8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F7BAB-79BE-68E0-B7CC-734391596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011A-5D37-4FFE-8B60-4472FE5C5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288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A7FC0-0425-2233-927B-C68668393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26B79-ED64-8E93-F916-473B2232D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3D5064-3D04-A6D7-D1D8-C9D3DD991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6DE1D6-43C8-0E7C-4391-379226B9FA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65F392-2109-20AC-86E1-CCFF2F1AE9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9D24FC-1FC4-D114-6B62-EA87CC03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364E-68AE-4755-9BAA-DF2D51E320C4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D5C635-FFA7-4904-7B52-C1CFB9827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0CD658-15FF-06B7-39E5-C99F474E3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011A-5D37-4FFE-8B60-4472FE5C5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296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96F19-4935-B892-218B-D9CB68D5D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8440B6-7178-3BB6-6E3E-491579B8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364E-68AE-4755-9BAA-DF2D51E320C4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9F2B1C-38AE-1350-4FCC-1F5691277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8F0FB2-59DF-5114-45F2-54D1DE832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011A-5D37-4FFE-8B60-4472FE5C5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7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5A479-7D7B-A1E9-841A-C6D5D98E6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364E-68AE-4755-9BAA-DF2D51E320C4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E4D02D-8C06-A2EC-34D8-9C9E3AC51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E3EAF-F94B-28ED-9293-75AA342C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011A-5D37-4FFE-8B60-4472FE5C5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02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30D0-1E2F-0C2E-451C-D86EE960B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BA28-E907-62A0-5285-488FC3F22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77120-A076-4D52-40FA-6AB085133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E2F7A-4E53-0939-A830-5A744E983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364E-68AE-4755-9BAA-DF2D51E320C4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1D6D4-C9E0-1A3C-8B90-08E09D16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E958D-BF20-C961-5194-DE92FFF0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011A-5D37-4FFE-8B60-4472FE5C5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83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D206-C8FF-004A-196B-A66B57A46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725F46-6375-8EFF-7BAB-92CA29D83D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33FAD-CE13-915D-57CF-CD6771B27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2DD4A-67EE-3D23-4F63-EAFE5CAF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364E-68AE-4755-9BAA-DF2D51E320C4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CC43C-61A1-1BC0-BA0C-AE00DAA7F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1476A-3FB1-FF38-0601-2EC77198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011A-5D37-4FFE-8B60-4472FE5C5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491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88805-C911-0D30-EB16-7203107F3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D5B04-E682-6C87-7AD8-B65434321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6A551-31B8-E01D-AF9B-A8AB89A5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364E-68AE-4755-9BAA-DF2D51E320C4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D4963-4F7B-7575-EAEE-42217CD94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46F49-DB82-C82C-50B6-B15B64F9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011A-5D37-4FFE-8B60-4472FE5C5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341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CD4F9-AAD0-F552-9ADB-BE07E8413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858D7-4501-9D24-D159-3AB602CAA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DB785-1D9B-B2AA-5253-1DDBFDCB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364E-68AE-4755-9BAA-DF2D51E320C4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8DB8C-C3D0-75B6-9F5D-3DA9C9E9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36080-2810-9C8C-CEBE-25DEEFC17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6011A-5D37-4FFE-8B60-4472FE5C5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907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E01F76-E190-8174-03AF-32153E90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3F033-7E51-F1F3-47EA-F989AF076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B8924-8BB1-1DE5-A655-210E451670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B364E-68AE-4755-9BAA-DF2D51E320C4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CCCD9-177C-E3D2-49F5-0300A90F7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9762D-0463-0A54-E427-2319CB36A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6011A-5D37-4FFE-8B60-4472FE5C52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45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A51B0B5-E96C-3A98-F50F-CB15AF36A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1694"/>
            <a:ext cx="12192000" cy="589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42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Jagdish Padukone</dc:creator>
  <cp:lastModifiedBy>Jagdish Padukone</cp:lastModifiedBy>
  <cp:revision>1</cp:revision>
  <dcterms:created xsi:type="dcterms:W3CDTF">2026-05-10T02:45:09Z</dcterms:created>
  <dcterms:modified xsi:type="dcterms:W3CDTF">2026-05-10T02:49:01Z</dcterms:modified>
</cp:coreProperties>
</file>